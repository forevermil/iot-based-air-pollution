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025CB-620E-7D29-A26E-88055D05E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FC2814-F5C7-2F00-F9A1-A30B53E049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2FC75-1A1C-51DE-454F-2BF1F49C7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5259C-EC31-48D6-91C0-A3D9E91C79E0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ABCB4-C06E-FD5A-17A1-24562F31C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4A7BF-27CE-E7DE-8EE1-BD73BD773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D50B-BD69-4F09-84DA-D03337160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15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4601F-7715-07C0-C284-F280173B9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4712E-B924-32DE-57EF-49C5410CF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DDE98-0F4A-2745-E996-AFB6565E9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5259C-EC31-48D6-91C0-A3D9E91C79E0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67565-221D-E9FE-50F5-93568915B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3D1EF-D45B-6EBB-4260-43F486AAB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D50B-BD69-4F09-84DA-D03337160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597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240A6-C8C2-1C30-5A81-E55D31B56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B7EAA-74D0-C3F8-64E6-30458BDA1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8E673-3C8D-0F62-4971-77E9A31BF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5259C-EC31-48D6-91C0-A3D9E91C79E0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A2829-5163-9F35-DFCB-54C9722A2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C2BA5-B01F-4353-7115-625904542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D50B-BD69-4F09-84DA-D03337160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14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8EDE1-5481-00E6-DF96-0B03EB99E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6DE1A-7546-1B0A-2B96-6FC2884E71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1B45D-482B-AB10-412C-C146C0B2D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14F87-4E56-995B-0339-72BE8388C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5259C-EC31-48D6-91C0-A3D9E91C79E0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1E6F6-CE9F-920E-D90C-989DB5147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564959-C98A-729F-E4FE-10061A4E7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D50B-BD69-4F09-84DA-D03337160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147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2059F-78B3-1930-684E-EFD72586B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B81CC-804F-9392-1FD1-04E7F8814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DA383-0543-AA7C-A3F5-CA68424A8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CE9C-1E1C-DD21-B183-D5961C7797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2E8058-B603-BBEA-2625-69AEDAE110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F819E7-C657-E80C-F3A1-9891A0048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5259C-EC31-48D6-91C0-A3D9E91C79E0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552480-4879-14DD-0FF8-9CD893322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F5EF3E-3ADB-B348-418C-1184BED97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D50B-BD69-4F09-84DA-D03337160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058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410F-A560-C643-11CB-69586EBD7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A91377-F198-7EC6-DD64-580D4AD8D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5259C-EC31-48D6-91C0-A3D9E91C79E0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866314-3AE1-4BFA-543D-7F0288A70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6552A5-B0E3-251A-5911-C8EC06AB2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D50B-BD69-4F09-84DA-D03337160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478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FAA5FE-4489-947A-D9AF-56D9488F3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5259C-EC31-48D6-91C0-A3D9E91C79E0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2DB0A1-3011-1962-D52A-814232F1B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8A170-0C41-7D0C-BD8C-AA70B766D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D50B-BD69-4F09-84DA-D03337160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373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AA597-5D05-D73A-B048-6D6D5B5FB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E2F5C-5967-2687-9155-18692CD86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AE5E50-2E02-BDB4-E4DA-A230F8F89A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A324F-5379-38D5-9416-CC22D847B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5259C-EC31-48D6-91C0-A3D9E91C79E0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8C4F2-14D6-51FF-A788-EE3ABB6C7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FAF5D-4CC8-977F-9098-98389B9D3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D50B-BD69-4F09-84DA-D03337160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884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A858B-4493-EF30-3AC5-EB8CBE4D8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E24AF4-3661-C8D5-8022-AC6742252E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58FA6-AE04-8CA9-916B-60F14CBD37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62EC9-1158-E382-A4DB-AC0B92BAE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5259C-EC31-48D6-91C0-A3D9E91C79E0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4621C2-1730-4E5B-DC32-177442A41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D304F-7849-34A3-D86F-4DD6D758C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D50B-BD69-4F09-84DA-D03337160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85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DE331-3701-C254-39B1-F1B758B1A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D35997-E934-B4BC-13B9-9C346E5EB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FD416-8CD5-27AA-52A8-701D22B8A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5259C-EC31-48D6-91C0-A3D9E91C79E0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B23DA-A415-F7B6-BE06-A505BD085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07420-ED94-7762-9B3F-312F7E3B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D50B-BD69-4F09-84DA-D03337160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34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F733F8-3DA9-0174-DEC5-996224A92C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AC57F6-1484-0205-D919-465466E09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92B76-BC90-53C4-0CE8-3E84100BC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5259C-EC31-48D6-91C0-A3D9E91C79E0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B82EE-15A0-CDD2-E2C7-D3BBA18F1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58930-FBE7-725C-ACFA-5BB2365A0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D50B-BD69-4F09-84DA-D03337160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87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E364F3-8E62-005E-5A41-CE79E8626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085E4-7F33-1838-AD32-7B22C18D1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046F4-DB6A-DE95-9017-BAAC275D72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F5259C-EC31-48D6-91C0-A3D9E91C79E0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A80DF-A09C-8E07-6D83-A439EC2A08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FBBF9-C710-DA94-9C97-AD34379700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4CD50B-BD69-4F09-84DA-D03337160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615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6D9D8A-AB93-A1EE-2BDE-6FE14A029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049"/>
            <a:ext cx="12192000" cy="5598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59B0F3-B49D-87C7-A6CD-63BB30E4E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" y="5736724"/>
            <a:ext cx="12192000" cy="42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025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Lê Công Tuấn Anh</dc:creator>
  <cp:lastModifiedBy>Lê Công Tuấn Anh</cp:lastModifiedBy>
  <cp:revision>1</cp:revision>
  <dcterms:created xsi:type="dcterms:W3CDTF">2024-05-27T07:46:51Z</dcterms:created>
  <dcterms:modified xsi:type="dcterms:W3CDTF">2024-05-27T07:49:02Z</dcterms:modified>
</cp:coreProperties>
</file>